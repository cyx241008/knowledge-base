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a70734aa6242bc" /><Relationship Type="http://schemas.openxmlformats.org/officeDocument/2006/relationships/extended-properties" Target="/docProps/app.xml" Id="R4c2cb62ccf664eac" /><Relationship Type="http://schemas.openxmlformats.org/officeDocument/2006/relationships/officeDocument" Target="/ppt/presentation.xml" Id="Ref5c740aad194f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766632c7364be3"/>
  </p:sldMasterIdLst>
  <p:notesMasterIdLst>
    <p:notesMasterId xmlns:r="http://schemas.openxmlformats.org/officeDocument/2006/relationships" r:id="Ra9206afa462243c2"/>
  </p:notesMasterIdLst>
  <p:sldIdLst>
    <p:sldId xmlns:r="http://schemas.openxmlformats.org/officeDocument/2006/relationships" id="256" r:id="R729ef1aebec74f18"/>
    <p:sldId xmlns:r="http://schemas.openxmlformats.org/officeDocument/2006/relationships" id="257" r:id="R11446568e1b34c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548fec41dc43d4" /><Relationship Type="http://schemas.openxmlformats.org/officeDocument/2006/relationships/slideMaster" Target="/ppt/slideMasters/slideMaster1.xml" Id="R16766632c7364be3" /><Relationship Type="http://schemas.openxmlformats.org/officeDocument/2006/relationships/notesMaster" Target="/ppt/notesMasters/notesMaster1.xml" Id="Ra9206afa462243c2" /><Relationship Type="http://schemas.openxmlformats.org/officeDocument/2006/relationships/presProps" Target="/ppt/presProps.xml" Id="R7c7374c650384769" /><Relationship Type="http://schemas.openxmlformats.org/officeDocument/2006/relationships/tableStyles" Target="/ppt/tableStyles.xml" Id="Ra2b9c489aec24791" /><Relationship Type="http://schemas.openxmlformats.org/officeDocument/2006/relationships/slide" Target="/ppt/slides/slide1.xml" Id="R729ef1aebec74f18" /><Relationship Type="http://schemas.openxmlformats.org/officeDocument/2006/relationships/slide" Target="/ppt/slides/slide2.xml" Id="R11446568e1b34c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c9e78d934f4d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2a252f708b4765" /><Relationship Type="http://schemas.openxmlformats.org/officeDocument/2006/relationships/notesMaster" Target="/ppt/notesMasters/notesMaster1.xml" Id="Rc99862b59cc947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7b7727b93f48b0" /><Relationship Type="http://schemas.openxmlformats.org/officeDocument/2006/relationships/notesMaster" Target="/ppt/notesMasters/notesMaster1.xml" Id="R7c9c632b575a4b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62435606a04e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8b26c896e84a47" /><Relationship Type="http://schemas.openxmlformats.org/officeDocument/2006/relationships/slideLayout" Target="/ppt/slideLayouts/slideLayout1.xml" Id="R8547b5289def44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47b5289def44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9b1e1f8d14347" /><Relationship Type="http://schemas.openxmlformats.org/officeDocument/2006/relationships/notesSlide" Target="/ppt/notesSlides/notesSlide1.xml" Id="R047e66bb8b4d4d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d1692a92a4f51" /><Relationship Type="http://schemas.openxmlformats.org/officeDocument/2006/relationships/notesSlide" Target="/ppt/notesSlides/notesSlide2.xml" Id="R4c6805c8c213496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Eyebrow">
            <a:extLst xmlns:a="http://schemas.openxmlformats.org/drawingml/2006/main">
              <a:ext uri="{FF2B5EF4-FFF2-40B4-BE49-F238E27FC236}">
                <a16:creationId xmlns:a16="http://schemas.microsoft.com/office/drawing/2014/main" id="{169169BD-AF0E-46C8-B89C-26B5955A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PARSER FIXTURE</a:t>
            </a:r>
          </a:p>
        </p:txBody>
      </p:sp>
      <p:sp>
        <p:nvSpPr>
          <p:cNvPr id="2" name="Title Main">
            <a:extLst xmlns:a="http://schemas.openxmlformats.org/drawingml/2006/main">
              <a:ext uri="{FF2B5EF4-FFF2-40B4-BE49-F238E27FC236}">
                <a16:creationId xmlns:a16="http://schemas.microsoft.com/office/drawing/2014/main" id="{B9C0A60A-C1C1-4892-86D7-A755A953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Quarterly Knowledge Review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258D6AE-17AA-4908-A85D-0AEA5091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685800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Two slides verify title, body, table, and source anchors.</a:t>
            </a:r>
          </a:p>
        </p:txBody>
      </p:sp>
    </p:spTree>
    <p:extLst>
      <p:ext uri="{BB962C8B-B14F-4D97-AF65-F5344CB8AC3E}">
        <p14:creationId xmlns:p14="http://schemas.microsoft.com/office/powerpoint/2010/main" val="644597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Evidence">
            <a:extLst xmlns:a="http://schemas.openxmlformats.org/drawingml/2006/main">
              <a:ext uri="{FF2B5EF4-FFF2-40B4-BE49-F238E27FC236}">
                <a16:creationId xmlns:a16="http://schemas.microsoft.com/office/drawing/2014/main" id="{72CBC8BF-CD5E-419A-AEB2-39A309FE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Structured content remains traceable</a:t>
            </a:r>
          </a:p>
        </p:txBody>
      </p:sp>
      <p:sp>
        <p:nvSpPr>
          <p:cNvPr id="2" name="Body Evidence">
            <a:extLst xmlns:a="http://schemas.openxmlformats.org/drawingml/2006/main">
              <a:ext uri="{FF2B5EF4-FFF2-40B4-BE49-F238E27FC236}">
                <a16:creationId xmlns:a16="http://schemas.microsoft.com/office/drawing/2014/main" id="{73E41066-10F0-450C-AA93-8ACE2823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parser should retain this body text and the table below.</a:t>
            </a:r>
          </a:p>
        </p:txBody>
      </p:sp>
      <p:graphicFrame>
        <p:nvGraphicFramePr>
          <p:cNvPr id="7" name="Verification Table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3429000"/>
                <a:gridCol w="3975068"/>
              </a:tblGrid>
              <a:tr h="619125">
                <a:tc>
                  <a:txBody>
                    <a:bodyPr/>
                    <a:lstStyle/>
                    <a:p>
                      <a:r>
                        <a:t>Stage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Upload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Web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Ready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Parse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Worker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Ready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Preview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Ready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A466467-951B-41CF-9BE7-CC329E44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38781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2026-07-29T17:40:10.6600000Z</dcterms:created>
  <dcterms:modified xsi:type="dcterms:W3CDTF">2026-07-29T17:40:10.6600000Z</dcterms:modified>
</coreProperties>
</file>